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Manrope ExtraLight"/>
      <p:regular r:id="rId201323"/>
    </p:embeddedFont>
    <p:embeddedFont>
      <p:font typeface="Manrope Light"/>
      <p:regular r:id="rId201324"/>
    </p:embeddedFont>
    <p:embeddedFont>
      <p:font typeface="Manrope"/>
      <p:regular r:id="rId201325"/>
    </p:embeddedFont>
    <p:embeddedFont>
      <p:font typeface="Manrope Medium"/>
      <p:regular r:id="rId201326"/>
    </p:embeddedFont>
    <p:embeddedFont>
      <p:font typeface="Manrope SemiBold"/>
      <p:regular r:id="rId201327"/>
    </p:embeddedFont>
    <p:embeddedFont>
      <p:font typeface="Manrope Bold"/>
      <p:regular r:id="rId201328"/>
    </p:embeddedFont>
    <p:embeddedFont>
      <p:font typeface="Manrope Extra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Z.ai Hub — Venture Viability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REVA University, Bengaluru • Affiliated with Wadhwani Foundation — A concise pitch for ZaiOrg Suite: open-source model insights, deployable developer portfolios, and instant live news filtering.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57424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— ZaiOrg Developer Ecosystem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257874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Tagline: Open-Source Intelligence. Streamlined Developer Experiences. Core focus: AI-powered model summaries (zai-org/GLM-5), single-file portfolio deployments (E-Profile), and a client-side Live News Filter for technical streams.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2233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8663"/>
            <a:ext cx="3053135" cy="3053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401366"/>
            <a:ext cx="24840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REVA University — CSIT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99892" y="1764581"/>
            <a:ext cx="475267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K Vamshikrishna (SRN: R25EJ048) — Project &amp; Technical Lead: DSA, Python, C++.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Jeevitha Jagadeesh (SRN: R25EJ046) — Infrastructure &amp; Deployment: Web dev &amp; systems.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Gandharva C Kulkarni (SRN: R25EJ034) — Research &amp; Integration: Open-source AI &amp; data science.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Faculty Mentor: Prof. Kasi Vishwanath Sir.       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99892" y="3511748"/>
            <a:ext cx="4752677" cy="779562"/>
          </a:xfrm>
          <a:prstGeom prst="roundRect">
            <a:avLst>
              <a:gd name="adj" fmla="val 16367"/>
            </a:avLst>
          </a:prstGeom>
          <a:solidFill>
            <a:srgbClr val="FFD7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51" y="373156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0590" y="3674715"/>
            <a:ext cx="41502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combines curriculum-driven research with production-focused tooling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57424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— From Confusion to Clarity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257874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Open-weight AI repos are growing rapidly but remain difficult to parse for parameters, datasets, and layer specifics. Students and early developers face fragmented portfolio tooling and slow, ad-heavy news sources that inhibit rapid research and sharing.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2479625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&amp; Market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6119" y="2554560"/>
            <a:ext cx="397594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Industry: IT &amp; Software Engineering. Domain: Open-source AI, DevTools, EdTech.</a:t>
            </a:r>
            <a:endParaRPr lang="en-US" sz="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Gap: Unstructured model metadata, heavyweight deployment stacks, and lack of instant client-side news filtering for technical content.       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6701" y="721742"/>
            <a:ext cx="3975943" cy="39759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8348"/>
            <a:ext cx="363862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— ZaiOrg Suite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46225"/>
            <a:ext cx="571798" cy="353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19462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Structuring Layer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252737"/>
            <a:ext cx="185015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parsing of model metadata (indices, hyperparameters, dataset references) — designed for zai-org/GLM-5 and similar repositories.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46225"/>
            <a:ext cx="571798" cy="353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19462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E-Profile Layer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252737"/>
            <a:ext cx="185015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Single-file, responsive portfolio templates with semantic grids and badges for fast, zero-dependency deployment (GitHub Pages ready).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46225"/>
            <a:ext cx="571798" cy="3533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1946225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Streaming Engine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474193"/>
            <a:ext cx="185015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Client-side JS listeners perform instant, character-by-character filtering of local news indices — no server latency, real-time results.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44256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&amp;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2615654"/>
            <a:ext cx="357314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Front-end: Semantic HTML5, CSS Grid, CSS variables for theme control.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Logic: Asynchronous client-side DOM filtering and lightweight parsing scripts.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Deploy: Git + GitHub Pages; single-root hosting path strategy to minimize setup friction.       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2910632"/>
            <a:ext cx="3573140" cy="191319"/>
          </a:xfrm>
          <a:prstGeom prst="roundRect">
            <a:avLst>
              <a:gd name="adj" fmla="val 33345"/>
            </a:avLst>
          </a:prstGeom>
          <a:solidFill>
            <a:srgbClr val="FFD7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61" y="3003872"/>
            <a:ext cx="88553" cy="70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356" y="2960191"/>
            <a:ext cx="372926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prioritizes minimal runtime dependencies and low hosting costs.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959" y="659978"/>
            <a:ext cx="4405610" cy="4405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2716337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Validation, Users &amp; Feedback</a:t>
            </a:r>
            <a:endParaRPr lang="en-US" sz="1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1742"/>
            <a:ext cx="3975943" cy="3975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6701" y="2434605"/>
            <a:ext cx="397594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Prototype tested with 30 student users. Positive notes: instant text rendering, mobile responsiveness, and live search speed.</a:t>
            </a:r>
            <a:endParaRPr lang="en-US" sz="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Requests: more color themes, external live API integration, and expanded automation hooks.       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676701" y="2787551"/>
            <a:ext cx="3975943" cy="22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users: engineering students &amp; junior developers</a:t>
            </a:r>
            <a:endParaRPr lang="en-US" sz="600" dirty="0"/>
          </a:p>
          <a:p>
            <a:pPr algn="l" marL="121920" indent="-121920">
              <a:lnSpc>
                <a:spcPct val="105000"/>
              </a:lnSpc>
              <a:buSzPct val="100000"/>
              <a:buChar char="•"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Secondary users: academic mentors, training cells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336" y="98003"/>
            <a:ext cx="3298329" cy="49474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0411"/>
            <a:ext cx="4648795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&amp; Unit Economics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96119" y="937840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   Freemium core (open-source) + Developer Premium Layout subscriptions. Targeted at students/early professionals and academic programs.       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6119" y="1540371"/>
            <a:ext cx="228607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₹299</a:t>
            </a:r>
            <a:endParaRPr lang="en-US" sz="3350" dirty="0"/>
          </a:p>
        </p:txBody>
      </p:sp>
      <p:sp>
        <p:nvSpPr>
          <p:cNvPr id="7" name="Text 4"/>
          <p:cNvSpPr/>
          <p:nvPr/>
        </p:nvSpPr>
        <p:spPr>
          <a:xfrm>
            <a:off x="822350" y="212734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subscription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6119" y="2403723"/>
            <a:ext cx="228607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price for premium layout access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32733" y="1540371"/>
            <a:ext cx="228614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₹50</a:t>
            </a:r>
            <a:endParaRPr lang="en-US" sz="3350" dirty="0"/>
          </a:p>
        </p:txBody>
      </p:sp>
      <p:sp>
        <p:nvSpPr>
          <p:cNvPr id="10" name="Text 7"/>
          <p:cNvSpPr/>
          <p:nvPr/>
        </p:nvSpPr>
        <p:spPr>
          <a:xfrm>
            <a:off x="3258964" y="212734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cost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932733" y="2403723"/>
            <a:ext cx="22861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per-user database/ops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14426" y="3111698"/>
            <a:ext cx="228607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₹249</a:t>
            </a:r>
            <a:endParaRPr lang="en-US" sz="3350" dirty="0"/>
          </a:p>
        </p:txBody>
      </p:sp>
      <p:sp>
        <p:nvSpPr>
          <p:cNvPr id="13" name="Text 10"/>
          <p:cNvSpPr/>
          <p:nvPr/>
        </p:nvSpPr>
        <p:spPr>
          <a:xfrm>
            <a:off x="2040657" y="369867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714426" y="3975050"/>
            <a:ext cx="22860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 per-user margin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6119" y="4311402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Year 1 target revenue: ₹5,00,000 • Operating expenses: ₹3,50,000 • Projected profit: ₹1,50,000.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50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Closing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97111"/>
            <a:ext cx="8151763" cy="357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66551" y="3259393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4–6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66551" y="3542738"/>
            <a:ext cx="1232034" cy="409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alpha tests and measure speed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80432" y="3259393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10–12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80432" y="3542738"/>
            <a:ext cx="1232034" cy="409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Optimize performance and scale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2751" y="1018496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1–3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2751" y="1301840"/>
            <a:ext cx="1232034" cy="27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core files and hosting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0944" y="1018496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7–9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50944" y="1301840"/>
            <a:ext cx="1232034" cy="27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Extend features and DB options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320555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Mission: Reduce barriers for engineering students by converting complex setups into reliable, fast deployments. Next steps: complete alpha, onboard pilot universities, and prepare premium tier for broader developer adoption.   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96119" y="4464100"/>
            <a:ext cx="8151763" cy="213196"/>
          </a:xfrm>
          <a:prstGeom prst="roundRect">
            <a:avLst>
              <a:gd name="adj" fmla="val 32729"/>
            </a:avLst>
          </a:prstGeom>
          <a:solidFill>
            <a:srgbClr val="FFD7C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4" y="4560912"/>
            <a:ext cx="96887" cy="774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7936" y="4521547"/>
            <a:ext cx="8279681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— Questions &amp; panel review welcome.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2026-06-23T15:50:26Z</dcterms:created>
  <dcterms:modified xsi:type="dcterms:W3CDTF">2026-06-23T15:50:26Z</dcterms:modified>
</cp:coreProperties>
</file>